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ac40b11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ac40b11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ac40b114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ac40b114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ad23009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ad23009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ad230095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ad230095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ad230095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ad230095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ad230095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ad230095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57308" y="9232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Topic: Does Wind Strength have a causal effect on electricity prices?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 = High Wind (&gt; 10 m/s), weighted across points in germany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y = Day ahead price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Confounders: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Sun strength (weighted across germany)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demand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instead of demand: time of day, day of week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de"/>
              <a:t>Curtailment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To-Dos	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>
                <a:highlight>
                  <a:srgbClr val="00FF00"/>
                </a:highlight>
              </a:rPr>
              <a:t>Download Datasets Wind, Sun, Price, Demands(elec)</a:t>
            </a:r>
            <a:endParaRPr>
              <a:highlight>
                <a:srgbClr val="00FF00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>
                <a:highlight>
                  <a:srgbClr val="00FF00"/>
                </a:highlight>
              </a:rPr>
              <a:t>Find Data on installed solar and wind capacity by region</a:t>
            </a:r>
            <a:endParaRPr>
              <a:highlight>
                <a:srgbClr val="00FF00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>
                <a:highlight>
                  <a:srgbClr val="00FF00"/>
                </a:highlight>
              </a:rPr>
              <a:t>Weigh wind and sun data by installed solar and wind capacity</a:t>
            </a:r>
            <a:endParaRPr>
              <a:highlight>
                <a:srgbClr val="00FF00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Decide which approach to take for modelling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>
                <a:highlight>
                  <a:srgbClr val="FFFF00"/>
                </a:highlight>
              </a:rPr>
              <a:t>Modelling Data</a:t>
            </a:r>
            <a:endParaRPr>
              <a:highlight>
                <a:srgbClr val="FFFF00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>
                <a:highlight>
                  <a:srgbClr val="FFFF00"/>
                </a:highlight>
              </a:rPr>
              <a:t>Presenting data in webapp</a:t>
            </a:r>
            <a:endParaRPr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highlight>
                  <a:srgbClr val="00FF00"/>
                </a:highlight>
              </a:rPr>
              <a:t>Bosse (holiday 14.-28.6.)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>
                <a:highlight>
                  <a:srgbClr val="FFFF00"/>
                </a:highlight>
              </a:rPr>
              <a:t>Kim</a:t>
            </a:r>
            <a:endParaRPr>
              <a:highlight>
                <a:srgbClr val="FFFF00"/>
              </a:highlight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085975"/>
            <a:ext cx="3028500" cy="89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Notes 10.6.	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Continous d</a:t>
            </a:r>
            <a:br>
              <a:rPr lang="de"/>
            </a:br>
            <a:r>
              <a:rPr lang="de"/>
              <a:t> Toolbox section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DiD would be suitable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Methid suitable to observational data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173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Figure out weights via installed capacity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745775"/>
            <a:ext cx="8646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Data: Marktstammdatenregister (every installed asset with corresponding capacity)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Fit 50 Bins over germany and summing capacities over bins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850" y="1728938"/>
            <a:ext cx="2592301" cy="31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7100" y="1728950"/>
            <a:ext cx="2592301" cy="318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196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Result: Weighted weather observation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769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de"/>
              <a:t>Download hourly weather from OpenMeteo for 2025 at the 50 centerpoints of the bins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175" y="1297525"/>
            <a:ext cx="6525926" cy="35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196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Price and Demand Data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769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de"/>
              <a:t>Download via SMARD (1 Year, every 15 minutes)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3775" y="1212075"/>
            <a:ext cx="6736450" cy="375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